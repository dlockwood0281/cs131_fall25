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06"/>
  </p:normalViewPr>
  <p:slideViewPr>
    <p:cSldViewPr snapToGrid="0">
      <p:cViewPr>
        <p:scale>
          <a:sx n="153" d="100"/>
          <a:sy n="153" d="100"/>
        </p:scale>
        <p:origin x="-8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5927-5075-891F-FD0A-DF6FA00F2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E385D-E759-F836-01C6-81F92A771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88E75-BA06-EF8E-CB8E-8E3C4DBB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CFFFB-F0FB-C88D-6DA0-7B8F2559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87250-AD64-611F-E1FC-B9F0BF48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2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91D1-AEAA-7B1A-5FA7-CE84053D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E83F-44EC-BC57-6609-6A018D282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E753-223B-4416-4774-968157F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8DE1D-1BB3-7C93-E2C0-53310E49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E5D09-B5D8-1ADD-D4F1-7E85955C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6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B87E-9B15-B59E-E7EE-A2F646829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1691-54D1-CA8B-BAD9-0D7E454EA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AB363-DB54-9395-5F74-C3D9062F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B1884-B9A8-168F-E4D9-B71ABBC6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1116E-2D49-B28F-7407-682BE492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2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5D6B-4755-137E-19FA-1E083A68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2E34E-BF30-FC69-7D60-9BF885F3E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58526-AB9C-CD98-F84A-93B999F2A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40BD3-DADF-EC2C-3659-68C6E47E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FAAB0-7542-1C3E-5E26-2EB14432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0E431-788F-AE32-8BFA-9F45F517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5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FEA6-D615-9BC8-1227-D4C30190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23BF3-B747-9283-5902-BB6872DF3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0B0C8-9375-C23A-2F08-AB88EDE02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BDBC8-19B4-957E-7FD6-39ADBE06E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71CF0-9BEC-0CED-AACA-5D84A9724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23771-66B4-3F04-20B8-73F7ABA9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ED730-1496-379B-65CA-B12CFF4F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B2EC1-7FD8-627E-5B34-E8DEAB1C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9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4F64-2A77-C66C-06BE-E0DBD376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2DB82-34C8-3518-9C59-008F3E11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5B2BD-D216-380A-C7C7-5A12A8C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79367-0219-AE5A-1325-E9D6DF1A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0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17A25-8899-056A-8BDA-9400DE5C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688C1-2B3E-0379-9768-9A70D15D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45B1C-E3B2-6D40-6DBA-1AB25D34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CF3E-BE49-3D08-1134-4BAA1EC2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C4EA6-F961-D6F3-2C9F-A98F62DF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A3D31-57D3-1173-EE19-A2BDA03C9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DA7B7-82EC-0BC2-4481-DBB94A35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42110-3C99-B832-8448-18295CC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B3E93-EF0C-5091-28ED-D1E1035D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8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5B90-1139-B0A0-DE22-F6D88A0A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03062-839D-931A-8CC6-996E86349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A41C1-7218-27F8-3A6C-27795F129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A59-56DE-11A0-E295-E057AFB8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8A41A-B670-ED04-7067-F1CA21B2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C6FC3-BEE7-FED4-E12E-62A82542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0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CC17-06ED-8351-3ED7-6365D8A4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09751-D590-8E95-7441-277F0B1D8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58017-4285-0F3E-D00B-3A8F899A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F6DAF-EDD7-516D-D3E8-B80D1DE9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CEACD-5A6B-D0D9-924D-970DB92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9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628FD-4DB4-B102-D12F-82EAC60EF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1702B-61E6-591D-66BC-9EDE8B80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ECBA3-5BB7-63CB-EB8D-5BB19BF7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E35EA-DFAD-AA94-F1E2-07EF9675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9DEDB-A2F4-E789-D1F7-26173B27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D7B5F-1FAD-C7BB-E48A-7EF0137A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AA2EB-98C7-4246-5672-D2995A103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381DB-3DAC-114C-58D7-AC135A014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668EF-7BB3-2741-A98B-89EDBCC2BF3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5BF2B-7DAE-4344-CE11-2EA75F7EC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6F209-EEAD-ACD2-7637-A160810E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70371-0AF2-EF41-BA98-C2C1DFAE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9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B959-BC6D-1C36-71D4-F495B2B74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Yancarlo 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5F0CB-1EBC-41F8-60EB-E47AD5F2C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LLM code prompt and comparison </a:t>
            </a:r>
          </a:p>
        </p:txBody>
      </p:sp>
    </p:spTree>
    <p:extLst>
      <p:ext uri="{BB962C8B-B14F-4D97-AF65-F5344CB8AC3E}">
        <p14:creationId xmlns:p14="http://schemas.microsoft.com/office/powerpoint/2010/main" val="3401516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836D-D034-97EC-3372-5A7C1D1F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70012B-CBA8-25EA-D90A-A0F31EB03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800" y="2407444"/>
            <a:ext cx="7264400" cy="3187700"/>
          </a:xfrm>
        </p:spPr>
      </p:pic>
    </p:spTree>
    <p:extLst>
      <p:ext uri="{BB962C8B-B14F-4D97-AF65-F5344CB8AC3E}">
        <p14:creationId xmlns:p14="http://schemas.microsoft.com/office/powerpoint/2010/main" val="331351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0A0E-CD13-DC9E-651E-13BBBA56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 Used to Test both Models </a:t>
            </a:r>
          </a:p>
        </p:txBody>
      </p:sp>
      <p:pic>
        <p:nvPicPr>
          <p:cNvPr id="5" name="Content Placeholder 4" descr="A screenshot of a paper&#10;&#10;AI-generated content may be incorrect.">
            <a:extLst>
              <a:ext uri="{FF2B5EF4-FFF2-40B4-BE49-F238E27FC236}">
                <a16:creationId xmlns:a16="http://schemas.microsoft.com/office/drawing/2014/main" id="{1EF5017B-BCE1-7A5E-4CC6-E16E38672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9137" y="1825625"/>
            <a:ext cx="4553725" cy="4351338"/>
          </a:xfrm>
        </p:spPr>
      </p:pic>
    </p:spTree>
    <p:extLst>
      <p:ext uri="{BB962C8B-B14F-4D97-AF65-F5344CB8AC3E}">
        <p14:creationId xmlns:p14="http://schemas.microsoft.com/office/powerpoint/2010/main" val="117465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ACF3-024B-3E60-C962-94BE6380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by side comparison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4088F58-AAED-B9AA-1AB6-7974D410E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02" y="1579418"/>
            <a:ext cx="5303519" cy="5619402"/>
          </a:xfrm>
        </p:spPr>
      </p:pic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F7D28697-1817-F54F-F974-1381DA030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75" y="1579418"/>
            <a:ext cx="5715923" cy="561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4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71F9-B715-03AF-7083-2F425260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CB9B421-349E-B40A-9D37-1604AF8AC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365126"/>
            <a:ext cx="11353800" cy="6492874"/>
          </a:xfrm>
        </p:spPr>
      </p:pic>
    </p:spTree>
    <p:extLst>
      <p:ext uri="{BB962C8B-B14F-4D97-AF65-F5344CB8AC3E}">
        <p14:creationId xmlns:p14="http://schemas.microsoft.com/office/powerpoint/2010/main" val="185645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5206-B073-785D-47EA-7E8A947A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2AA972-05BE-CE7F-5C84-ED7646C02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941" y="2208010"/>
            <a:ext cx="3893710" cy="4351338"/>
          </a:xfrm>
        </p:spPr>
      </p:pic>
    </p:spTree>
    <p:extLst>
      <p:ext uri="{BB962C8B-B14F-4D97-AF65-F5344CB8AC3E}">
        <p14:creationId xmlns:p14="http://schemas.microsoft.com/office/powerpoint/2010/main" val="4279962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36919-3EC4-3F32-922F-A3627D26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 GPT Doo wop 102 bpm </a:t>
            </a:r>
            <a:r>
              <a:rPr lang="en-US" dirty="0" err="1"/>
              <a:t>coversion</a:t>
            </a:r>
            <a:endParaRPr lang="en-US" dirty="0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0EF4DBE-A617-7C7F-1D1C-C4D06A704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339" y="1825625"/>
            <a:ext cx="6791332" cy="4351338"/>
          </a:xfrm>
        </p:spPr>
      </p:pic>
    </p:spTree>
    <p:extLst>
      <p:ext uri="{BB962C8B-B14F-4D97-AF65-F5344CB8AC3E}">
        <p14:creationId xmlns:p14="http://schemas.microsoft.com/office/powerpoint/2010/main" val="95334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AEA5-3D2C-3AE6-1507-31485C49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Kendrick Lamar side by side Gemini Vs Chat </a:t>
            </a:r>
            <a:r>
              <a:rPr lang="en-US" dirty="0" err="1"/>
              <a:t>Gpt</a:t>
            </a:r>
            <a:r>
              <a:rPr lang="en-US" dirty="0"/>
              <a:t> 102 bpm – 107 bpm 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80042B1-3550-35BC-981F-B65926B85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074" y="1825625"/>
            <a:ext cx="7957852" cy="4351338"/>
          </a:xfrm>
        </p:spPr>
      </p:pic>
    </p:spTree>
    <p:extLst>
      <p:ext uri="{BB962C8B-B14F-4D97-AF65-F5344CB8AC3E}">
        <p14:creationId xmlns:p14="http://schemas.microsoft.com/office/powerpoint/2010/main" val="2842376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7120-49F7-2859-DC60-662DF96C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by Side Fail Test 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7DB4D1E-CF05-AC63-727B-184288AAA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736" y="1825625"/>
            <a:ext cx="8902528" cy="4351338"/>
          </a:xfrm>
        </p:spPr>
      </p:pic>
    </p:spTree>
    <p:extLst>
      <p:ext uri="{BB962C8B-B14F-4D97-AF65-F5344CB8AC3E}">
        <p14:creationId xmlns:p14="http://schemas.microsoft.com/office/powerpoint/2010/main" val="1753839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62A2-9A0F-D6E3-64F3-0E3F127D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73354-FCCC-1A31-2A1D-0587A5B78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2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</Words>
  <Application>Microsoft Macintosh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Yancarlo B</vt:lpstr>
      <vt:lpstr>The Project</vt:lpstr>
      <vt:lpstr>The prompt Used to Test both Models </vt:lpstr>
      <vt:lpstr>Side by side comparison</vt:lpstr>
      <vt:lpstr>PowerPoint Presentation</vt:lpstr>
      <vt:lpstr>Gemini </vt:lpstr>
      <vt:lpstr>Chat GPT Doo wop 102 bpm coversion</vt:lpstr>
      <vt:lpstr>Kendrick Lamar side by side Gemini Vs Chat Gpt 102 bpm – 107 bpm </vt:lpstr>
      <vt:lpstr>Side by Side Fail Test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Yancarlo Barrios</dc:creator>
  <cp:lastModifiedBy>Yancarlo Barrios</cp:lastModifiedBy>
  <cp:revision>1</cp:revision>
  <dcterms:created xsi:type="dcterms:W3CDTF">2025-12-08T06:12:44Z</dcterms:created>
  <dcterms:modified xsi:type="dcterms:W3CDTF">2025-12-08T06:22:42Z</dcterms:modified>
</cp:coreProperties>
</file>