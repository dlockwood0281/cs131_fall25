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121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D1087-CB2B-48A0-B77B-E879636D8E5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51788-F429-4CB3-BD25-B98986845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19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Artificial Intelligence refers to machines performing tasks that typically require human intelligence—like recognizing patterns, making decisions, or learning from data.</a:t>
            </a:r>
            <a:br>
              <a:rPr lang="en-US" dirty="0"/>
            </a:br>
            <a:r>
              <a:rPr lang="en-US" dirty="0"/>
              <a:t>There are two major types: Narrow AI and General AI.</a:t>
            </a:r>
            <a:br>
              <a:rPr lang="en-US" dirty="0"/>
            </a:br>
            <a:r>
              <a:rPr lang="en-US" dirty="0"/>
              <a:t>Narrow AI is what we use today—systems designed for specific tasks, such as chatbots, recommendation engines, or medical scan analysis.</a:t>
            </a:r>
            <a:br>
              <a:rPr lang="en-US" dirty="0"/>
            </a:br>
            <a:r>
              <a:rPr lang="en-US" dirty="0"/>
              <a:t>General AI, which would match human-level intelligence across all tasks, does not exist yet, but research continues to push in that direction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51788-F429-4CB3-BD25-B98986845F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32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most impactful uses of AI is in healthcare.</a:t>
            </a:r>
            <a:br>
              <a:rPr lang="en-US" dirty="0"/>
            </a:br>
            <a:r>
              <a:rPr lang="en-US" dirty="0"/>
              <a:t>AI models can analyze medical scans like X-rays and CT scans more quickly and sometimes more accurately than human specialists.</a:t>
            </a:r>
            <a:br>
              <a:rPr lang="en-US" dirty="0"/>
            </a:br>
            <a:r>
              <a:rPr lang="en-US" dirty="0"/>
              <a:t>Predictive models help doctors anticipate disease risks, while personalized treatment recommendations use patient data to tailor care.</a:t>
            </a:r>
            <a:br>
              <a:rPr lang="en-US" dirty="0"/>
            </a:br>
            <a:r>
              <a:rPr lang="en-US" dirty="0"/>
              <a:t>Overall, AI is improving accuracy, efficiency, and early diagnosis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51788-F429-4CB3-BD25-B98986845F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6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Transportation is another area transformed by AI.</a:t>
            </a:r>
            <a:br>
              <a:rPr lang="en-US" dirty="0"/>
            </a:br>
            <a:r>
              <a:rPr lang="en-US" dirty="0"/>
              <a:t>Autonomous driving systems use cameras, radar, and deep learning to detect objects, stay in lanes, and make real-time decisions.</a:t>
            </a:r>
            <a:br>
              <a:rPr lang="en-US" dirty="0"/>
            </a:br>
            <a:r>
              <a:rPr lang="en-US" dirty="0"/>
              <a:t>AI also powers smart traffic systems that reduce congestion by adjusting traffic signals based on real-time data.</a:t>
            </a:r>
            <a:br>
              <a:rPr lang="en-US" dirty="0"/>
            </a:br>
            <a:r>
              <a:rPr lang="en-US" dirty="0"/>
              <a:t>For commercial fleets, AI predicts maintenance needs before breakdowns happen, lowering repair costs and improving reliability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51788-F429-4CB3-BD25-B98986845F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54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finance, AI helps detect fraud by spotting unusual patterns across millions of transactions instantly.</a:t>
            </a:r>
            <a:br>
              <a:rPr lang="en-US" dirty="0"/>
            </a:br>
            <a:r>
              <a:rPr lang="en-US" dirty="0"/>
              <a:t>Algorithmic trading uses AI to buy and sell stocks at speeds no human could match, reacting to market changes in milliseconds.</a:t>
            </a:r>
            <a:br>
              <a:rPr lang="en-US" dirty="0"/>
            </a:br>
            <a:r>
              <a:rPr lang="en-US" dirty="0"/>
              <a:t>Banks also use AI to personalize financial advice, recommend products, and improve customer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51788-F429-4CB3-BD25-B98986845F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52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retail, AI drives recommendation systems like the ones used by Amazon and Netflix.</a:t>
            </a:r>
            <a:br>
              <a:rPr lang="en-US" dirty="0"/>
            </a:br>
            <a:r>
              <a:rPr lang="en-US" dirty="0"/>
              <a:t>These algorithms learn your preferences and predict what you’re most likely to buy or watch next.</a:t>
            </a:r>
            <a:br>
              <a:rPr lang="en-US" dirty="0"/>
            </a:br>
            <a:r>
              <a:rPr lang="en-US" dirty="0"/>
              <a:t>AI also optimizes inventory so stores don’t overstock or understock products.</a:t>
            </a:r>
            <a:br>
              <a:rPr lang="en-US" dirty="0"/>
            </a:br>
            <a:r>
              <a:rPr lang="en-US" dirty="0"/>
              <a:t>And chatbots provide 24/7 customer support, reducing wait times and improving accessibility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51788-F429-4CB3-BD25-B98986845F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24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Manufacturing uses AI-powered robots to automate repetitive tasks, improving efficiency and precision.</a:t>
            </a:r>
            <a:br>
              <a:rPr lang="en-US" dirty="0"/>
            </a:br>
            <a:r>
              <a:rPr lang="en-US" dirty="0"/>
              <a:t>AI systems also perform quality checks by detecting defects that the human eye might miss.</a:t>
            </a:r>
            <a:br>
              <a:rPr lang="en-US" dirty="0"/>
            </a:br>
            <a:r>
              <a:rPr lang="en-US" dirty="0"/>
              <a:t>In many factories, robots and humans now work side-by-side, with AI ensuring safety and coordination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51788-F429-4CB3-BD25-B98986845F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96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AI offers incredible benefits, there are important ethical concerns.</a:t>
            </a:r>
            <a:br>
              <a:rPr lang="en-US" dirty="0"/>
            </a:br>
            <a:r>
              <a:rPr lang="en-US" dirty="0"/>
              <a:t>AI systems can inherit bias from the data they’re trained on, which can lead to unfair outcomes.</a:t>
            </a:r>
            <a:br>
              <a:rPr lang="en-US" dirty="0"/>
            </a:br>
            <a:r>
              <a:rPr lang="en-US" dirty="0"/>
              <a:t>Transparency is also a challenge—many AI models act like black boxes, making decisions without clear explanations.</a:t>
            </a:r>
            <a:br>
              <a:rPr lang="en-US" dirty="0"/>
            </a:br>
            <a:r>
              <a:rPr lang="en-US" dirty="0"/>
              <a:t>And as AI grows more powerful, safety and responsible development become critical priorities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51788-F429-4CB3-BD25-B98986845F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58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future of AI involves deeper integration into almost every industry.</a:t>
            </a:r>
            <a:br>
              <a:rPr lang="en-US" dirty="0"/>
            </a:br>
            <a:r>
              <a:rPr lang="en-US" dirty="0"/>
              <a:t>AI will continue making processes more efficient, enabling faster decision-making, and helping humans solve complex problems.</a:t>
            </a:r>
            <a:br>
              <a:rPr lang="en-US" dirty="0"/>
            </a:br>
            <a:r>
              <a:rPr lang="en-US" dirty="0"/>
              <a:t>Instead of replacing humans, AI is increasingly being used as a collaborative tool that enhances human 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51788-F429-4CB3-BD25-B98986845F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81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AI is already transforming healthcare, transportation, finance, retail, and manufacturing.</a:t>
            </a:r>
            <a:br>
              <a:rPr lang="en-US" dirty="0"/>
            </a:br>
            <a:r>
              <a:rPr lang="en-US" dirty="0"/>
              <a:t>Understanding how AI works and where it’s headed is essential as we enter a world where intelligent systems play a major role in our everyday lives.</a:t>
            </a:r>
            <a:br>
              <a:rPr lang="en-US" dirty="0"/>
            </a:br>
            <a:r>
              <a:rPr lang="en-US" dirty="0"/>
              <a:t>Thank you for watching my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51788-F429-4CB3-BD25-B98986845F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15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3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61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77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73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5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4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74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03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6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7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1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0380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3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92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36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20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3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290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5" y="643467"/>
            <a:ext cx="7200163" cy="3585834"/>
          </a:xfrm>
        </p:spPr>
        <p:txBody>
          <a:bodyPr>
            <a:normAutofit/>
          </a:bodyPr>
          <a:lstStyle/>
          <a:p>
            <a:pPr algn="l"/>
            <a:r>
              <a:rPr lang="en-US" sz="6300"/>
              <a:t>AI in the Real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5" y="4872767"/>
            <a:ext cx="7200163" cy="1424165"/>
          </a:xfrm>
        </p:spPr>
        <p:txBody>
          <a:bodyPr>
            <a:normAutofit/>
          </a:bodyPr>
          <a:lstStyle/>
          <a:p>
            <a:pPr algn="l"/>
            <a:r>
              <a:rPr lang="en-US" sz="2800"/>
              <a:t>Daniel Velasco</a:t>
            </a:r>
          </a:p>
          <a:p>
            <a:pPr algn="l"/>
            <a:r>
              <a:rPr lang="en-US" sz="2800"/>
              <a:t>Semester Project —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5604" y="609600"/>
            <a:ext cx="4755063" cy="1326321"/>
          </a:xfrm>
        </p:spPr>
        <p:txBody>
          <a:bodyPr>
            <a:normAutofit/>
          </a:bodyPr>
          <a:lstStyle/>
          <a:p>
            <a:r>
              <a:rPr lang="en-US" sz="3100"/>
              <a:t>What is Artificial Intelligence?</a:t>
            </a:r>
          </a:p>
        </p:txBody>
      </p:sp>
      <p:pic>
        <p:nvPicPr>
          <p:cNvPr id="6" name="Picture 5" descr="A robot with a sound wave&#10;&#10;AI-generated content may be incorrect.">
            <a:extLst>
              <a:ext uri="{FF2B5EF4-FFF2-40B4-BE49-F238E27FC236}">
                <a16:creationId xmlns:a16="http://schemas.microsoft.com/office/drawing/2014/main" id="{F8169A4B-5C5B-0AF8-5861-DECBB5C22A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491" r="40991"/>
          <a:stretch>
            <a:fillRect/>
          </a:stretch>
        </p:blipFill>
        <p:spPr>
          <a:xfrm>
            <a:off x="20" y="10"/>
            <a:ext cx="3476985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5603" y="2096064"/>
            <a:ext cx="4755064" cy="3695136"/>
          </a:xfrm>
        </p:spPr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• AI enables machines to perform tasks requiring human intelligence.</a:t>
            </a:r>
          </a:p>
          <a:p>
            <a:pPr>
              <a:defRPr sz="2000"/>
            </a:pPr>
            <a:r>
              <a:t>• Narrow AI: Single-task intelligent systems.</a:t>
            </a:r>
          </a:p>
          <a:p>
            <a:pPr>
              <a:defRPr sz="2000"/>
            </a:pPr>
            <a:r>
              <a:t>• General AI: Human-level intelligence (future goal).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A31A05-19BB-4F84-9402-E8569CBDB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77005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rPr lang="en-US"/>
              <a:t>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96064"/>
            <a:ext cx="3762645" cy="3695136"/>
          </a:xfrm>
        </p:spPr>
        <p:txBody>
          <a:bodyPr>
            <a:normAutofit/>
          </a:bodyPr>
          <a:lstStyle/>
          <a:p>
            <a:endParaRPr lang="en-US"/>
          </a:p>
          <a:p>
            <a:pPr>
              <a:defRPr sz="2000"/>
            </a:pPr>
            <a:r>
              <a:rPr lang="en-US"/>
              <a:t>• AI analyzes X-rays, CT scans, and MRIs.</a:t>
            </a:r>
          </a:p>
          <a:p>
            <a:pPr>
              <a:defRPr sz="2000"/>
            </a:pPr>
            <a:r>
              <a:rPr lang="en-US"/>
              <a:t>• Predictive disease modeling.</a:t>
            </a:r>
          </a:p>
          <a:p>
            <a:pPr>
              <a:defRPr sz="2000"/>
            </a:pPr>
            <a:r>
              <a:rPr lang="en-US"/>
              <a:t>• Personalized treatment recommendations.</a:t>
            </a:r>
          </a:p>
        </p:txBody>
      </p:sp>
      <p:pic>
        <p:nvPicPr>
          <p:cNvPr id="6" name="Picture 5" descr="A person in scrubs and surgical cap looking at a hologram of a human body&#10;&#10;AI-generated content may be incorrect.">
            <a:extLst>
              <a:ext uri="{FF2B5EF4-FFF2-40B4-BE49-F238E27FC236}">
                <a16:creationId xmlns:a16="http://schemas.microsoft.com/office/drawing/2014/main" id="{88F32AE9-2DDA-45F7-D627-0FAA5BED0D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58" r="2" b="32433"/>
          <a:stretch>
            <a:fillRect/>
          </a:stretch>
        </p:blipFill>
        <p:spPr>
          <a:xfrm>
            <a:off x="4767942" y="2210935"/>
            <a:ext cx="3624943" cy="3493180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gital illustration of a road with cars and a city in the background&#10;&#10;AI-generated content may be incorrect.">
            <a:extLst>
              <a:ext uri="{FF2B5EF4-FFF2-40B4-BE49-F238E27FC236}">
                <a16:creationId xmlns:a16="http://schemas.microsoft.com/office/drawing/2014/main" id="{DF3ACB0C-56EB-231C-BCF5-3EA92137F6A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5000"/>
            <a:grayscl/>
          </a:blip>
          <a:srcRect l="5084" r="18561" b="1"/>
          <a:stretch>
            <a:fillRect/>
          </a:stretch>
        </p:blipFill>
        <p:spPr>
          <a:xfrm>
            <a:off x="20" y="2030"/>
            <a:ext cx="9143980" cy="685597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D0BCEDC-8E78-4E42-B26E-4243F970C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9454" y="0"/>
            <a:ext cx="66250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240" y="609600"/>
            <a:ext cx="5965520" cy="1326321"/>
          </a:xfrm>
        </p:spPr>
        <p:txBody>
          <a:bodyPr>
            <a:normAutofit/>
          </a:bodyPr>
          <a:lstStyle/>
          <a:p>
            <a:r>
              <a:t>AI in Transportation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9240" y="2096064"/>
            <a:ext cx="5965520" cy="3695136"/>
          </a:xfrm>
        </p:spPr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• Autonomous driving systems.</a:t>
            </a:r>
          </a:p>
          <a:p>
            <a:pPr>
              <a:defRPr sz="2000"/>
            </a:pPr>
            <a:r>
              <a:t>• Smart traffic coordination.</a:t>
            </a:r>
          </a:p>
          <a:p>
            <a:pPr>
              <a:defRPr sz="2000"/>
            </a:pPr>
            <a:r>
              <a:t>• Predictive maintenance for fleet vehicles.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1123" cy="1267810"/>
          </a:xfrm>
        </p:spPr>
        <p:txBody>
          <a:bodyPr anchor="b">
            <a:normAutofit/>
          </a:bodyPr>
          <a:lstStyle/>
          <a:p>
            <a:pPr algn="l"/>
            <a:r>
              <a:rPr lang="en-US" sz="2100"/>
              <a:t>AI in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2096063"/>
            <a:ext cx="2521123" cy="4028512"/>
          </a:xfrm>
        </p:spPr>
        <p:txBody>
          <a:bodyPr>
            <a:normAutofit/>
          </a:bodyPr>
          <a:lstStyle/>
          <a:p>
            <a:endParaRPr lang="en-US" sz="1200"/>
          </a:p>
          <a:p>
            <a:pPr>
              <a:defRPr sz="2000"/>
            </a:pPr>
            <a:r>
              <a:rPr lang="en-US" sz="1200"/>
              <a:t>• Real-time fraud detection.</a:t>
            </a:r>
          </a:p>
          <a:p>
            <a:pPr>
              <a:defRPr sz="2000"/>
            </a:pPr>
            <a:r>
              <a:rPr lang="en-US" sz="1200"/>
              <a:t>• Algorithmic stock trading.</a:t>
            </a:r>
          </a:p>
          <a:p>
            <a:pPr>
              <a:defRPr sz="2000"/>
            </a:pPr>
            <a:r>
              <a:rPr lang="en-US" sz="1200"/>
              <a:t>• Personalized financial recommendations.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007713-5891-46A9-BACA-FAD760FE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9094" y="733425"/>
            <a:ext cx="5022057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BB6AA7-7EAD-4D3B-9335-B6E8BD7E6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17979" y="799817"/>
            <a:ext cx="492428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robot and hand touching a screen&#10;&#10;AI-generated content may be incorrect.">
            <a:extLst>
              <a:ext uri="{FF2B5EF4-FFF2-40B4-BE49-F238E27FC236}">
                <a16:creationId xmlns:a16="http://schemas.microsoft.com/office/drawing/2014/main" id="{206810F7-5BD3-92E5-43E9-51681D0EE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198" y="2146420"/>
            <a:ext cx="4421443" cy="25955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rPr lang="it-IT"/>
              <a:t>AI in Retail &amp; Customer Service</a:t>
            </a:r>
            <a:endParaRPr lang="it-IT" dirty="0"/>
          </a:p>
        </p:txBody>
      </p:sp>
      <p:pic>
        <p:nvPicPr>
          <p:cNvPr id="6" name="Picture 5" descr="A group of people in a store&#10;&#10;AI-generated content may be incorrect.">
            <a:extLst>
              <a:ext uri="{FF2B5EF4-FFF2-40B4-BE49-F238E27FC236}">
                <a16:creationId xmlns:a16="http://schemas.microsoft.com/office/drawing/2014/main" id="{11EBAC59-837B-9AFC-0D72-1D2BDF853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41" y="2920084"/>
            <a:ext cx="3624942" cy="2074882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8021" y="2096064"/>
            <a:ext cx="3762645" cy="3695136"/>
          </a:xfrm>
        </p:spPr>
        <p:txBody>
          <a:bodyPr>
            <a:normAutofit/>
          </a:bodyPr>
          <a:lstStyle/>
          <a:p>
            <a:endParaRPr lang="en-US"/>
          </a:p>
          <a:p>
            <a:pPr>
              <a:defRPr sz="2000"/>
            </a:pPr>
            <a:r>
              <a:rPr lang="en-US"/>
              <a:t>• Recommendation engines.</a:t>
            </a:r>
          </a:p>
          <a:p>
            <a:pPr>
              <a:defRPr sz="2000"/>
            </a:pPr>
            <a:r>
              <a:rPr lang="en-US"/>
              <a:t>• Inventory forecasting.</a:t>
            </a:r>
          </a:p>
          <a:p>
            <a:pPr>
              <a:defRPr sz="2000"/>
            </a:pPr>
            <a:r>
              <a:rPr lang="en-US"/>
              <a:t>• AI-powered chatbots.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rPr dirty="0"/>
              <a:t>AI in Robotics &amp; Manufacturing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96064"/>
            <a:ext cx="3762645" cy="3695136"/>
          </a:xfrm>
        </p:spPr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• Automation of repetitive tasks.</a:t>
            </a:r>
          </a:p>
          <a:p>
            <a:pPr>
              <a:defRPr sz="2000"/>
            </a:pPr>
            <a:r>
              <a:t>• AI-driven quality inspection.</a:t>
            </a:r>
          </a:p>
          <a:p>
            <a:pPr>
              <a:defRPr sz="2000"/>
            </a:pPr>
            <a:r>
              <a:t>• Human–robot collaboration.</a:t>
            </a:r>
          </a:p>
        </p:txBody>
      </p:sp>
      <p:pic>
        <p:nvPicPr>
          <p:cNvPr id="6" name="Picture 5" descr="A robot working on a car&#10;&#10;AI-generated content may be incorrect.">
            <a:extLst>
              <a:ext uri="{FF2B5EF4-FFF2-40B4-BE49-F238E27FC236}">
                <a16:creationId xmlns:a16="http://schemas.microsoft.com/office/drawing/2014/main" id="{C71C8472-ABAD-BB8E-2166-7E7365599E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437" r="8208" b="1"/>
          <a:stretch>
            <a:fillRect/>
          </a:stretch>
        </p:blipFill>
        <p:spPr>
          <a:xfrm>
            <a:off x="4767942" y="2598571"/>
            <a:ext cx="3624943" cy="2717907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5604" y="609600"/>
            <a:ext cx="4755063" cy="1326321"/>
          </a:xfrm>
        </p:spPr>
        <p:txBody>
          <a:bodyPr>
            <a:normAutofit/>
          </a:bodyPr>
          <a:lstStyle/>
          <a:p>
            <a:r>
              <a:rPr dirty="0"/>
              <a:t>Ethical Considerations</a:t>
            </a:r>
          </a:p>
        </p:txBody>
      </p:sp>
      <p:pic>
        <p:nvPicPr>
          <p:cNvPr id="6" name="Picture 5" descr="A silhouette of a person's head with a scale&#10;&#10;AI-generated content may be incorrect.">
            <a:extLst>
              <a:ext uri="{FF2B5EF4-FFF2-40B4-BE49-F238E27FC236}">
                <a16:creationId xmlns:a16="http://schemas.microsoft.com/office/drawing/2014/main" id="{C2E475A7-6E31-A36C-3353-927CAE7C16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379" r="31666"/>
          <a:stretch>
            <a:fillRect/>
          </a:stretch>
        </p:blipFill>
        <p:spPr>
          <a:xfrm>
            <a:off x="20" y="10"/>
            <a:ext cx="3476985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5603" y="2096064"/>
            <a:ext cx="4755064" cy="3695136"/>
          </a:xfrm>
        </p:spPr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• Mitigating AI bias.</a:t>
            </a:r>
          </a:p>
          <a:p>
            <a:pPr>
              <a:defRPr sz="2000"/>
            </a:pPr>
            <a:r>
              <a:t>• Ensuring transparency.</a:t>
            </a:r>
          </a:p>
          <a:p>
            <a:pPr>
              <a:defRPr sz="2000"/>
            </a:pPr>
            <a:r>
              <a:t>• Prioritizing safety and accountability.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A31A05-19BB-4F84-9402-E8569CBDB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77005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833" y="609600"/>
            <a:ext cx="2334834" cy="1326321"/>
          </a:xfrm>
        </p:spPr>
        <p:txBody>
          <a:bodyPr>
            <a:normAutofit/>
          </a:bodyPr>
          <a:lstStyle/>
          <a:p>
            <a:pPr algn="l"/>
            <a:r>
              <a:rPr lang="en-US" sz="3100" dirty="0"/>
              <a:t>Future Outlook</a:t>
            </a:r>
          </a:p>
        </p:txBody>
      </p:sp>
      <p:pic>
        <p:nvPicPr>
          <p:cNvPr id="6" name="Picture 5" descr="A robot and a human hand touching a finger&#10;&#10;AI-generated content may be incorrect.">
            <a:extLst>
              <a:ext uri="{FF2B5EF4-FFF2-40B4-BE49-F238E27FC236}">
                <a16:creationId xmlns:a16="http://schemas.microsoft.com/office/drawing/2014/main" id="{E8B61098-2742-D725-F668-0750965673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648" r="22216" b="-1"/>
          <a:stretch>
            <a:fillRect/>
          </a:stretch>
        </p:blipFill>
        <p:spPr>
          <a:xfrm>
            <a:off x="20" y="10"/>
            <a:ext cx="5664688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833" y="2096064"/>
            <a:ext cx="2334834" cy="3695136"/>
          </a:xfrm>
        </p:spPr>
        <p:txBody>
          <a:bodyPr>
            <a:normAutofit/>
          </a:bodyPr>
          <a:lstStyle/>
          <a:p>
            <a:endParaRPr lang="en-US" sz="1600"/>
          </a:p>
          <a:p>
            <a:pPr>
              <a:defRPr sz="2000"/>
            </a:pPr>
            <a:r>
              <a:rPr lang="en-US" sz="1600"/>
              <a:t>• Expansion of AI across industries.</a:t>
            </a:r>
          </a:p>
          <a:p>
            <a:pPr>
              <a:defRPr sz="2000"/>
            </a:pPr>
            <a:r>
              <a:rPr lang="en-US" sz="1600"/>
              <a:t>• Human–AI collaborative systems.</a:t>
            </a:r>
          </a:p>
          <a:p>
            <a:pPr>
              <a:defRPr sz="2000"/>
            </a:pPr>
            <a:r>
              <a:rPr lang="en-US" sz="1600"/>
              <a:t>• Increased efficiency and innovation.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F35239-EB86-4ACB-91DE-4989620C2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94067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5150" y="609600"/>
            <a:ext cx="3565517" cy="1326321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pic>
        <p:nvPicPr>
          <p:cNvPr id="5" name="Picture 4" descr="A robot using a laptop sitting on a blue chair">
            <a:extLst>
              <a:ext uri="{FF2B5EF4-FFF2-40B4-BE49-F238E27FC236}">
                <a16:creationId xmlns:a16="http://schemas.microsoft.com/office/drawing/2014/main" id="{9B47D0FD-D653-E63A-BBAB-158872DCFD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561" r="3940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150" y="2096064"/>
            <a:ext cx="3565517" cy="3695136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AI is transforming healthcare, finance, retail, robotics, and more.</a:t>
            </a:r>
          </a:p>
          <a:p>
            <a:pPr>
              <a:defRPr sz="2000"/>
            </a:pPr>
            <a:r>
              <a:rPr dirty="0"/>
              <a:t>Understanding AI prepares us for an AI-driven future.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DCF65E-F84E-483D-83D7-A1616D569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9920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24</TotalTime>
  <Words>789</Words>
  <Application>Microsoft Office PowerPoint</Application>
  <PresentationFormat>On-screen Show (4:3)</PresentationFormat>
  <Paragraphs>65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Bookman Old Style</vt:lpstr>
      <vt:lpstr>Rockwell</vt:lpstr>
      <vt:lpstr>Damask</vt:lpstr>
      <vt:lpstr>AI in the Real World</vt:lpstr>
      <vt:lpstr>What is Artificial Intelligence?</vt:lpstr>
      <vt:lpstr>AI in Healthcare</vt:lpstr>
      <vt:lpstr>AI in Transportation</vt:lpstr>
      <vt:lpstr>AI in Finance</vt:lpstr>
      <vt:lpstr>AI in Retail &amp; Customer Service</vt:lpstr>
      <vt:lpstr>AI in Robotics &amp; Manufacturing</vt:lpstr>
      <vt:lpstr>Ethical Considerations</vt:lpstr>
      <vt:lpstr>Future Outlook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 Velasco</dc:creator>
  <cp:keywords/>
  <dc:description>generated using python-pptx</dc:description>
  <cp:lastModifiedBy>Daniel Velasco</cp:lastModifiedBy>
  <cp:revision>2</cp:revision>
  <dcterms:created xsi:type="dcterms:W3CDTF">2013-01-27T09:14:16Z</dcterms:created>
  <dcterms:modified xsi:type="dcterms:W3CDTF">2025-12-07T22:02:51Z</dcterms:modified>
  <cp:category/>
</cp:coreProperties>
</file>